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 •  PROJECT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Framework for Document Categorization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02920" cy="5486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Bonthapally Mamatha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2510030245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Nerella Sreeja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251003073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Sriramadasu Anushka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21240" y="5989320"/>
            <a:ext cx="1600200" cy="502920"/>
          </a:xfrm>
          <a:prstGeom prst="roundRect">
            <a:avLst>
              <a:gd name="adj" fmla="val 14545"/>
            </a:avLst>
          </a:prstGeom>
          <a:solidFill>
            <a:srgbClr val="2735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21240" y="59893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G-14  |  A7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efficient document categorization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4572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categories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 •  Sports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•  Education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4846320"/>
            <a:ext cx="1828800" cy="0"/>
          </a:xfrm>
          <a:prstGeom prst="line">
            <a:avLst/>
          </a:prstGeom>
          <a:noFill/>
          <a:ln w="12700">
            <a:solidFill>
              <a:srgbClr val="3E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074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processing time and enable faster retrieval.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11880" y="16916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69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1618488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of digital documents makes manual organization difficult and time-consuming.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280720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807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2734056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automatically assigns documents to predefined categories.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92277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922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84962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searching, sorting, indexing, and retrieval matter for large collections.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11880" y="503834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50383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496519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Data Structures &amp; Algorithms to improve categorization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on document classification and its limitations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41148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Ranjan &amp; Prasad,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 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methods for classifying large volumes of unstructured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focus on DSA-based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Kravets &amp; Semenochkin,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Analyzed data preparation, classification and evaluation techniques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focus on efficient data structures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Taha et al.,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taxonomy and compared classification techniques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Mainly classification-focused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Allam et al.,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ML-based text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traditional ML and modern deep-learning methods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computational needs; limited DSA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Alva Principe et al.,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Long-document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challenges of classifying lengthy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32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Transformer-focused rather than DSA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mainly focuses on machine learning and deep-learning classification techniques.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3672" y="1371600"/>
            <a:ext cx="350215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62272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462272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62272" y="22402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and long documents increase processing and computational challenges.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18704" y="1371600"/>
            <a:ext cx="350215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47304" y="16002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147304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47304" y="224028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 is widely studied, but searching and retrieval efficiency receives less attention.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02152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emphasis exists on combining document categorization with efficient DSA techniques.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33672" y="3977640"/>
            <a:ext cx="3502152" cy="2423160"/>
          </a:xfrm>
          <a:prstGeom prst="roundRect">
            <a:avLst>
              <a:gd name="adj" fmla="val 37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62272" y="4206240"/>
            <a:ext cx="457200" cy="457200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62272" y="484632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optimizes searching, sorting, hashing, indexing, and retrieval alongside categorization.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4F6FB"/>
          </a:solidFill>
          <a:ln w="12700">
            <a:solidFill>
              <a:srgbClr val="E1E5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concentrates on improving document classification accuracy using ML and deep-learning techniques. Comparatively little focus goes toward an integrated, lightweight framework using efficient Data Structures and Algorithms to optimize searching, sorting, indexing, and retrieval.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19202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 this gap by integrating hashing, searching, sorting, indexing, and document categorization into a single framework — achieving faster and more efficient document management.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1975104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92040"/>
            <a:ext cx="1975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23744" y="48920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43784" y="4892040"/>
            <a:ext cx="1975104" cy="868680"/>
          </a:xfrm>
          <a:prstGeom prst="roundRect">
            <a:avLst>
              <a:gd name="adj" fmla="val 8421"/>
            </a:avLst>
          </a:prstGeom>
          <a:solidFill>
            <a:srgbClr val="3E4A99"/>
          </a:solidFill>
          <a:ln/>
        </p:spPr>
      </p:sp>
      <p:sp>
        <p:nvSpPr>
          <p:cNvPr id="13" name="Text 11"/>
          <p:cNvSpPr/>
          <p:nvPr/>
        </p:nvSpPr>
        <p:spPr>
          <a:xfrm>
            <a:off x="2843784" y="4892040"/>
            <a:ext cx="1975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48920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38928" y="4892040"/>
            <a:ext cx="1975104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4892040"/>
            <a:ext cx="1975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4032" y="48920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34072" y="4892040"/>
            <a:ext cx="1975104" cy="868680"/>
          </a:xfrm>
          <a:prstGeom prst="roundRect">
            <a:avLst>
              <a:gd name="adj" fmla="val 8421"/>
            </a:avLst>
          </a:prstGeom>
          <a:solidFill>
            <a:srgbClr val="3E4A99"/>
          </a:solidFill>
          <a:ln/>
        </p:spPr>
      </p:sp>
      <p:sp>
        <p:nvSpPr>
          <p:cNvPr id="19" name="Text 17"/>
          <p:cNvSpPr/>
          <p:nvPr/>
        </p:nvSpPr>
        <p:spPr>
          <a:xfrm>
            <a:off x="7434072" y="4892040"/>
            <a:ext cx="1975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09176" y="4892040"/>
            <a:ext cx="320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29216" y="4892040"/>
            <a:ext cx="1975104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4892040"/>
            <a:ext cx="1975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efficient document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502920" cy="54864"/>
          </a:xfrm>
          <a:prstGeom prst="rect">
            <a:avLst/>
          </a:prstGeom>
          <a:solidFill>
            <a:srgbClr val="E3A00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4533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recent research on document and text categorization.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6265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can categorize documents effectively.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37997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remains to improve searching and retrieval efficiency.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154533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combines document categorization with Data Structures and Algorithms.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01752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96265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faster processing, searching, and retrieval of documents.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443484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4379976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system more suitable for large document collections.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7358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A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  •  Efficient searching  •  Scalable retrieval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in this review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921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Ranjan, N. M., &amp; Prasad, R. (2023). A Brief Survey of Text Document Classification Algorithms and Processes.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532888"/>
            <a:ext cx="9921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Kravets, A., &amp; Semenochkin, D. (2024). Text Classification Technologies in Document Categorization Systems: A Survey.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6424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374136"/>
            <a:ext cx="9921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Taha, K., et al. (2024). A Comprehensive Survey of Text Classification Techniques and Their Research Applications.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6424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074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15384"/>
            <a:ext cx="9921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Allam, H., et al. (2025). Text Classification: How Machine Learning Is Revolutionizing Text Categorization.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2486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248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056632"/>
            <a:ext cx="9921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 Principe, R., Chiarini, N., &amp; Viviani, M. (2025). Long Document Classification in the Transformer Era: A Survey on Challenges, Advances, and Open Issues.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2026-08-17T04:59:50Z</dcterms:created>
  <dcterms:modified xsi:type="dcterms:W3CDTF">2026-08-17T04:59:50Z</dcterms:modified>
</cp:coreProperties>
</file>