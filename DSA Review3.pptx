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926080" cy="292608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Framework for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Categorization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DSA-based framework that categorizes documents and manages their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indexing, searching, and retrieval.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4983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983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8978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67128" y="589788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67128" y="5897880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64992" y="589788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4992" y="589788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73168" y="5897880"/>
            <a:ext cx="133045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5897880"/>
            <a:ext cx="13304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86500" y="589788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6500" y="589788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document volume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756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handle a large number of digital documents every day.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614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sorting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815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organizing documents into categories is time-consuming.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67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search &amp; retrieval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8736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through a large collection of documents can also take considerable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731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isn't enough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932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approaches focus on classification, while efficient searching and retrieval are equally important.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2103120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30358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“what category” —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fast, organized access.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160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is not only identifying the category of a document, but also managing and retrieving categorized documents efficiently.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our approach new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Instead of focusing only on document classification, our methodology combines categorization with efficient searching, sorting, indexing, and retrieval using DSA.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67178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keywords to categories for fast scoring.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0138" y="2880360"/>
            <a:ext cx="2567178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8738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8738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37490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HashSet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8738" y="41148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words during preprocessing.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2880360"/>
            <a:ext cx="2567178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0236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023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9" name="Text 17"/>
          <p:cNvSpPr txBox="1"/>
          <p:nvPr/>
        </p:nvSpPr>
        <p:spPr>
          <a:xfrm>
            <a:off x="6460236" y="37490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60236" y="41148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categories by their computed scores.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73134" y="2880360"/>
            <a:ext cx="2567178" cy="1920240"/>
          </a:xfrm>
          <a:prstGeom prst="roundRect">
            <a:avLst>
              <a:gd name="adj" fmla="val 4762"/>
            </a:avLst>
          </a:prstGeom>
          <a:solidFill>
            <a:srgbClr val="F4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9301734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01734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24" name="Text 22"/>
          <p:cNvSpPr txBox="1"/>
          <p:nvPr/>
        </p:nvSpPr>
        <p:spPr>
          <a:xfrm>
            <a:off x="9301734" y="37490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/ Trie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01734" y="41148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faster document &amp; keyword search.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flow: document upload → categorization → indexing → retrieval.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OF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flex, not fixed to five categories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CATEGORIES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Technology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Sports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16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55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Education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Healthcare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285232" cy="2286000"/>
          </a:xfrm>
          <a:prstGeom prst="roundRect">
            <a:avLst>
              <a:gd name="adj" fmla="val 4000"/>
            </a:avLst>
          </a:prstGeom>
          <a:solidFill>
            <a:srgbClr val="0B2E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Politics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916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Entertainment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2552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Science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Travel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IT CAN PROCESS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207203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526280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Docs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03550" y="4526280"/>
            <a:ext cx="207203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49270" y="4526280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58461" y="4526280"/>
            <a:ext cx="207203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04181" y="4526280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3371" y="4526280"/>
            <a:ext cx="207203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59091" y="4526280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68282" y="4526280"/>
            <a:ext cx="2072030" cy="548640"/>
          </a:xfrm>
          <a:prstGeom prst="roundRect">
            <a:avLst>
              <a:gd name="adj" fmla="val 13333"/>
            </a:avLst>
          </a:prstGeom>
          <a:solidFill>
            <a:srgbClr val="F4F7F9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14002" y="4526280"/>
            <a:ext cx="1980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Docs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adaptability:  more categories &amp; keywords  •  alternate search/sort algorithms  •  extendable with Machine Learning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by accuracy and efficiency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Categorization Accuracy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07792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document is assigned to the correct category.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22064" y="173736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50664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066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25603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Time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0664" y="2907792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quickly a document or keyword can be found.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95488" y="173736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4088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40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4088" y="25603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Time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2907792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time required to process and categorize documents.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321052" y="379476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549652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4965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549652" y="46177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Performance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49652" y="4965192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approaches, e.g. Linear Search vs. Binary Search.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094476" y="3794760"/>
            <a:ext cx="3544824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23076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307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23076" y="46177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23076" y="4965192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performance as document count grows: 100 → 500 → 1,000 → 5,000.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 to fast retrieval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1032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34184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15896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61032" y="32186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4F7F9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61032" y="3218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78352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73424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0B2E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6576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828288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73424" y="32186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4F7F9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73424" y="3218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190744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85816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58968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85816" y="32186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4F7F9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85816" y="3218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03136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98208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0B2E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71360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053072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98208" y="32186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4F7F9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98208" y="3218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415528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610600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3752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665464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027920" y="1947672"/>
            <a:ext cx="195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0222992" y="1965960"/>
            <a:ext cx="1417320" cy="1143000"/>
          </a:xfrm>
          <a:prstGeom prst="roundRect">
            <a:avLst>
              <a:gd name="adj" fmla="val 7200"/>
            </a:avLst>
          </a:prstGeom>
          <a:solidFill>
            <a:srgbClr val="0B2E4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96144" y="2057400"/>
            <a:ext cx="1271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1673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222992" y="321868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F4F7F9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222992" y="3218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/ Trie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1605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6868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DSA CONCEPTS APPLIED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68680" y="47091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ArrayList  →  HashSet  →  HashMap  →  Merge Sort  →  Hashing / Trie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 &amp; ACCESSIBILITY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project easy to reach and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031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Java, making it easy to run on common systems.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06824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06824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0" name="Text 8"/>
          <p:cNvSpPr txBox="1"/>
          <p:nvPr/>
        </p:nvSpPr>
        <p:spPr>
          <a:xfrm>
            <a:off x="4855464" y="21031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855464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interface for uploading and categorizing documents.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65008" y="2148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6500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21031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13648" y="24231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document information stored in a database or file system.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576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 code maintained and shared through GitHub.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06824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06824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36576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855464" y="397764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covering installation, usage, and methodology.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65008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65008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6" name="Text 24"/>
          <p:cNvSpPr txBox="1"/>
          <p:nvPr/>
        </p:nvSpPr>
        <p:spPr>
          <a:xfrm>
            <a:off x="8613648" y="36576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397764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comparisons presented using tables and graphs.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ACCESSIBILITY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   •    Desktop Application    •    Enterprise Document Management Tool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 built to categorize,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index, and retrieve — efficiently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328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categorizes documents into predefined categories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00984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154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concepts run through processing and retrieval: HashMap for keyword mapping and scoring, HashSet for duplicate removal, Merge Sort for ranking, Hashing/Trie for fast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2277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764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Adaptable to different categories and document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9826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accuracy, processing time, searching time, and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042416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3492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build a simple and efficient DSA-based framework that not only categorizes documents but also makes their management and retrieval faster.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2026-09-11T01:06:40Z</dcterms:created>
  <dcterms:modified xsi:type="dcterms:W3CDTF">2026-09-11T01:06:40Z</dcterms:modified>
</cp:coreProperties>
</file>